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4"/>
    <p:restoredTop sz="94600"/>
  </p:normalViewPr>
  <p:slideViewPr>
    <p:cSldViewPr snapToGrid="0">
      <p:cViewPr varScale="1">
        <p:scale>
          <a:sx n="79" d="100"/>
          <a:sy n="79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489D-4A7B-F16B-DEFE-11F47B77C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649DA-2C7D-79AF-E026-6EF646D73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81566-8B44-B85B-0F55-EE15600E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E103A-9551-4AB2-4304-5FE43AC3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16F1-480F-4DE5-73B5-96CC5871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8408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D6BD-32CB-072C-25D5-729E1F44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B795D-8C70-F4AD-E7D4-AABFEDF77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EF1FF-5D0F-4721-E58E-3DB0DC54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ADBD5-B191-731B-812D-D96A80ED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C7ED1-354F-37F0-1999-D7E45433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453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6C2-024B-9DB8-13E9-3EBCBCA8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F5DD3-9B5C-16F7-23CF-A3D60E12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9E737-DC40-9798-D008-9078D151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BDB2-D91B-7D25-AD4D-422407C92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2B512-BD64-99C4-0922-7FF3E7DD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075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8B4E-6B09-D770-69FF-EC270CAA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B36EE-9D94-8350-6B7C-3FABAADE2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E4884-DE39-0533-91C3-FD652FBA4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194DA-2F60-2E44-AA41-66E3C70A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91E08-3FCA-2EE5-D0D8-3812D00C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2D9FE-C8C1-C720-4C04-2C64D938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002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289E-85A9-3A79-264A-9AEDCBB5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2413-6CB3-848D-264C-77E27930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852AD-D327-0828-0D3F-EFE50D802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FB18-03EC-1ADA-3A26-C50AB5E34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0A92F-7216-8045-73E5-20A911230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8BFD6-A202-FDAA-FBCA-7DD81C91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9255F-8841-DE82-3037-339291AC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825B5E-4488-9021-BDB1-8977726E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954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BB51-CBA1-A821-D39F-A0617427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6AC5E-6A0E-5D3D-B649-777D3390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E46FE-FEEB-D3FB-96FD-803D9BA0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983C1-0065-5532-75B8-F0DF59F8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2214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38975-16A4-E974-ABE1-646F1C24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5EBEA-035B-F39E-E3E6-2D4509E14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EBF35-88C9-17AE-C69B-3D9B1BD1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892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3EE2-D7C3-9FB6-DC43-9C898C7F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C7AD6-6F1A-67AA-1444-0EF679E58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485D6-F4C6-DEC4-18DE-32B48B54E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E0FFD-0167-9FDF-AA52-C61FCE23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DCA2C-BF42-486E-D871-1165D51E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C46BC-34E7-81CA-70B0-42EA6BB6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367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40A5-83D5-546B-2393-2417F23F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E0FE5-84BB-73AC-6BDB-81A03D147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2D6DB-5140-8AED-0331-282569614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9146C-C73A-3FF0-E214-795F01F5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E6327-9829-17D1-FC23-0A41723A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F0F3E-1D73-CD97-F098-AE062D34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5075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E2B1-EB07-D0F4-6C30-EBAB8B68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B2BA6-8C50-B9AC-36A4-EF6D1EFFA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A46A7-BF72-6927-03AA-61F8AAF7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A8EBF-EC7F-CE15-8446-CFA7363B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7FA33-E3F6-5BBA-A1C7-CC907A24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2995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56C43-543B-B7D8-D56E-1D1337C15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2A3C9-AD05-D89E-2D46-D7D93CE2E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F16E-612C-D9F9-114C-48711BE3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2AB50-614B-77A3-6386-CC902259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88C9-80CF-EAEE-93D5-1F7C561E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1010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24A60-FBCB-201B-B615-BBFAA443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D2AD6-13CC-9B2A-6CAD-6E1F1A246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6591E-D44D-5381-0E23-B231BBDFE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4E3AD-F72D-A244-AA47-D2027B18B05B}" type="datetimeFigureOut">
              <a:rPr lang="en-AE" smtClean="0"/>
              <a:t>27/04/2026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03645-153F-DE5A-7071-A9A7127FE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47847-CC24-D3D2-17AD-EAED5BFE0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8E691-CB58-EA48-BD91-476AB0D48CC7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7494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ida.es@usic.src.https.use.per.ir" TargetMode="External"/><Relationship Id="rId2" Type="http://schemas.openxmlformats.org/officeDocument/2006/relationships/hyperlink" Target="mailto:yara@usic.src.https.use.per.i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jtaba@usic.src.https.use.per.ir" TargetMode="External"/><Relationship Id="rId5" Type="http://schemas.openxmlformats.org/officeDocument/2006/relationships/hyperlink" Target="mailto:hudad.m.mo@usic.src.https.use.per.ir" TargetMode="External"/><Relationship Id="rId4" Type="http://schemas.openxmlformats.org/officeDocument/2006/relationships/hyperlink" Target="mailto:maryam.m.mo@usic.src.https.use.per.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04B6-515A-3C15-D633-AC5A62C1F7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E" dirty="0"/>
              <a:t>e14AM1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AB4DC-7736-C691-0C44-41BBD5894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a-IR" dirty="0"/>
              <a:t>به برنامه اول من خوش </a:t>
            </a:r>
            <a:r>
              <a:rPr lang="fa-IR"/>
              <a:t>آمدید.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9792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9C24-2A36-92FD-8DCA-EC481FC2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a-IR" dirty="0"/>
              <a:t>سرنشین سید یارا ناظم زاده</a:t>
            </a:r>
            <a:endParaRPr lang="en-A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C4E8A6-966A-A95B-EEE6-A5362C98DD2B}"/>
              </a:ext>
            </a:extLst>
          </p:cNvPr>
          <p:cNvPicPr>
            <a:picLocks noGrp="1"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9315-EC41-FA4F-4E7B-C6606351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fa-IR" dirty="0"/>
              <a:t>ایمیل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211-25B4-E15D-4F9C-F4D34447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hlinkClick r:id="rId2"/>
              </a:rPr>
              <a:t>yara@usic.src.https.use.per.ir</a:t>
            </a: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hlinkClick r:id="rId3"/>
              </a:rPr>
              <a:t>vida.es@usic.src.https.use.per.ir</a:t>
            </a: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hlinkClick r:id="rId4"/>
              </a:rPr>
              <a:t>maryam.m.mo@usic.src.https.use.per.ir</a:t>
            </a: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hlinkClick r:id="rId5"/>
              </a:rPr>
              <a:t>hudad.m.mo@usic.src.https.use.per.ir</a:t>
            </a: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dirty="0">
                <a:hlinkClick r:id="rId6"/>
              </a:rPr>
              <a:t>mojtaba@usic.src.https.use.per.ir</a:t>
            </a:r>
            <a:endParaRPr lang="en-US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383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e14AM1</vt:lpstr>
      <vt:lpstr>سرنشین سید یارا ناظم زاده</vt:lpstr>
      <vt:lpstr>ایمیل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yara</dc:creator>
  <cp:lastModifiedBy>yara</cp:lastModifiedBy>
  <cp:revision>4</cp:revision>
  <dcterms:created xsi:type="dcterms:W3CDTF">2026-04-27T07:52:03Z</dcterms:created>
  <dcterms:modified xsi:type="dcterms:W3CDTF">2026-04-27T08:10:52Z</dcterms:modified>
</cp:coreProperties>
</file>
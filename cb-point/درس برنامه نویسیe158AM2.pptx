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A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E1111AC-9943-B268-9B9B-48FAB207D7B2}" name="yara" initials="y" userId="yara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/>
    <p:restoredTop sz="94632"/>
  </p:normalViewPr>
  <p:slideViewPr>
    <p:cSldViewPr snapToGrid="0">
      <p:cViewPr varScale="1">
        <p:scale>
          <a:sx n="106" d="100"/>
          <a:sy n="106" d="100"/>
        </p:scale>
        <p:origin x="5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8/10/relationships/authors" Target="author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E96D05-E59B-A448-8149-42F9A02BE013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BB4687-AB08-C44F-BB64-C9B991D613C2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40171651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4F7CB-C8B5-1C44-FC90-DC28B12AC4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E7E7C7-41D0-9A05-BA3E-975F5EF5A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0307EA-3C4E-C761-EE0D-0389CD856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78DC1-A51F-AA4A-867D-DDE194E6C5BE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FEFA6C-6027-C439-7788-F2DF5F6B4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512170-E05F-5A7A-8B1F-C1DEE9905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B31D2-971E-8D40-B6F1-5C7EFEAFB6D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017155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3B35A-85A6-94BB-B360-C6E44CA06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F30AA0-62E4-1C09-039B-1349EC6048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6C0069-A64C-0A82-8B3F-9BD8836F5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78DC1-A51F-AA4A-867D-DDE194E6C5BE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13CF15-4D17-83E9-2F65-78FF324B8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3FEA84-FB46-9C28-A1F4-F1370F8DB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B31D2-971E-8D40-B6F1-5C7EFEAFB6D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36886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9E32E-F45A-CFDF-6155-1996631F87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34399E-5DA2-A3A4-759E-E51DEC4CF9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9CACEE-5A63-7FA3-CE11-58B32DAEB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78DC1-A51F-AA4A-867D-DDE194E6C5BE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4A25E7-CEC4-7EF2-485C-DC5ED0215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9E6A6C-2093-A974-25BD-54D2FD928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B31D2-971E-8D40-B6F1-5C7EFEAFB6D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7862219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74934-8F31-0D69-098B-981490414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04BE7-4895-D712-6CD1-82D9790C07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1DB88E-EA98-CAEA-61FC-BF5E9646D2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714E84-7846-0DE4-5D28-539F48ACF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78DC1-A51F-AA4A-867D-DDE194E6C5BE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CF15DD-7A9B-8E5C-3E1A-8BF24CEC5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30A642-EE55-F056-4492-DC5480A45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B31D2-971E-8D40-B6F1-5C7EFEAFB6D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460626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B18EA-9332-ACD6-6249-DC1F628CC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443C53-104B-6624-4DFC-75CE04163C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7685CA-2A47-709F-834F-CDFFD9BEA0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2C579D2-2D0C-F55E-B504-311FF97709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39EC2C-EEBE-E903-3885-3622B66D56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6BC1BD-1A89-20B6-6518-47A7A4EE9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78DC1-A51F-AA4A-867D-DDE194E6C5BE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E0B2D5-82FA-94CE-9A49-4E6253F18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0AD481-C729-2063-8BCC-54BFFA2BC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B31D2-971E-8D40-B6F1-5C7EFEAFB6D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929337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F7604-EE04-18BD-D082-C7A997AB1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2644CB-29E1-C653-328C-1D2DEF028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78DC1-A51F-AA4A-867D-DDE194E6C5BE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ECC7AB-9111-E4A7-E600-EFBB5D50A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5EE7D3-BC94-C048-09DE-8516E8E3A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B31D2-971E-8D40-B6F1-5C7EFEAFB6D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46322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D614E7-3DBE-F792-D936-6701D21497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78DC1-A51F-AA4A-867D-DDE194E6C5BE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178A4A-9405-CE4C-CB96-FB9A09CE7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A7DFCC-45E9-8107-75BF-4C076A8BE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B31D2-971E-8D40-B6F1-5C7EFEAFB6D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926361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6F7CC-0CE4-8FB8-4E8D-AC08BAD7E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9B774-6F9B-4B95-6F9E-8085F04B7B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BB8FE-71E2-0888-2DB3-006542B02C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291729-BE78-1BCD-FDB4-EAF177E27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78DC1-A51F-AA4A-867D-DDE194E6C5BE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1DC9BE-7A53-F70E-68CB-A45C3D3C6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EE6983-0505-086A-044A-52FCB3008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B31D2-971E-8D40-B6F1-5C7EFEAFB6D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7874532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DD8AA-DD00-4186-4692-1467ACC1A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98AD01-E8B3-FFC7-420C-90C774FA2E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4A49E6-D59F-411E-9AEA-C55F2FA250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AF0CC7-6F78-CAC0-807A-40989CFC9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78DC1-A51F-AA4A-867D-DDE194E6C5BE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39D61A-4813-7B82-1BE0-2D485B7F4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7E1473-446C-BA86-DB47-2D005EB7C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B31D2-971E-8D40-B6F1-5C7EFEAFB6D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4676458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7D1C5E-9E82-84C5-0794-C3640995A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17C16A-2E8C-1261-287B-346C9E5AE7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2A3371-0778-FB70-8F9A-35D3EB49F2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78DC1-A51F-AA4A-867D-DDE194E6C5BE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6C8DA0-C2E2-06CB-EE0A-74CA1A59B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FFB608-A133-5081-8834-253BF2C19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B31D2-971E-8D40-B6F1-5C7EFEAFB6D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591246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3EC2967-A825-373B-1AA6-206A0884D4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7051F3-4BA4-839F-F43D-17B6F52563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27D-7C8E-D4B7-13F5-122A86F51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78DC1-A51F-AA4A-867D-DDE194E6C5BE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0E7ED1-816A-BB66-A5F5-48741EFE5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1B02BA-4048-11F4-9297-2CE8FF437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B31D2-971E-8D40-B6F1-5C7EFEAFB6D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161634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F3A529C-CDFF-BA55-FF15-0BCF7DA41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4D30BF-DE53-9D1E-07FF-ED76A5C53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0F8F59-E5FF-DB36-F2BF-60BEA17968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A78DC1-A51F-AA4A-867D-DDE194E6C5BE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4F503B-4736-E019-40C0-10D660D978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D211C-F3B8-B0FD-F524-2BDC56F9CF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AB31D2-971E-8D40-B6F1-5C7EFEAFB6D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372896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mailto:mahsa.mehregan242@gmail.com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9224D-DE03-CABE-515F-2D0008F2FF0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</a:pPr>
            <a:r>
              <a:rPr lang="fa-IR" dirty="0"/>
              <a:t>کلاس آموزش برنامه </a:t>
            </a:r>
            <a:r>
              <a:rPr lang="fa-IR" dirty="0" err="1"/>
              <a:t>نویسی</a:t>
            </a:r>
            <a:endParaRPr lang="en-A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F85AD0-A47F-2A40-E389-83D6D26C616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ct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fa-IR" dirty="0"/>
              <a:t>استاد دکتر سید یارا ناظم زاده</a:t>
            </a:r>
          </a:p>
          <a:p>
            <a:pPr marL="0" indent="0" algn="ct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fa-IR" dirty="0"/>
              <a:t>دانشگاه علوم زرشکی برنامه </a:t>
            </a:r>
            <a:r>
              <a:rPr lang="fa-IR" dirty="0" err="1"/>
              <a:t>نویسی</a:t>
            </a:r>
            <a:endParaRPr lang="fa-IR" dirty="0"/>
          </a:p>
          <a:p>
            <a:pPr marL="0" indent="0" algn="ct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4825423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6E9448-AABC-FF9C-AD49-D3AFB5E75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</a:pPr>
            <a:r>
              <a:rPr lang="fa-IR" dirty="0"/>
              <a:t>چه گونه می توان سایت ساخت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AD3B29-E177-7585-CF01-03B8A7B49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a-IR" dirty="0"/>
              <a:t>۱- داشتن یک کامپیوتر مجهز به مدل های </a:t>
            </a:r>
            <a:r>
              <a:rPr lang="en-US" dirty="0"/>
              <a:t>mac</a:t>
            </a:r>
            <a:r>
              <a:rPr lang="fa-IR" dirty="0"/>
              <a:t> یا </a:t>
            </a:r>
            <a:r>
              <a:rPr lang="en-US" dirty="0" err="1"/>
              <a:t>linux</a:t>
            </a:r>
            <a:r>
              <a:rPr lang="en-US" dirty="0"/>
              <a:t> </a:t>
            </a:r>
            <a:r>
              <a:rPr lang="fa-IR" dirty="0"/>
              <a:t>  لازم است.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a-IR" dirty="0"/>
              <a:t>۲ – یک فرد که به اصول کلی برنامه </a:t>
            </a:r>
            <a:r>
              <a:rPr lang="fa-IR" dirty="0" err="1"/>
              <a:t>نویسی</a:t>
            </a:r>
            <a:r>
              <a:rPr lang="fa-IR" dirty="0"/>
              <a:t> آشنا باشد .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a-IR" dirty="0"/>
              <a:t>۳ – لیست زبان ها</a:t>
            </a:r>
            <a:r>
              <a:rPr lang="en-US" dirty="0"/>
              <a:t> </a:t>
            </a:r>
            <a:r>
              <a:rPr lang="fa-IR" dirty="0"/>
              <a:t> برای ساخت سایت ساده و پایه :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/>
              <a:t>HTML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/>
              <a:t>CSS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/>
              <a:t>JavaScript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/>
              <a:t>Python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a-IR" dirty="0"/>
              <a:t>برای کار های اولیه  این زبان ها لازم است.</a:t>
            </a:r>
          </a:p>
        </p:txBody>
      </p:sp>
    </p:spTree>
    <p:extLst>
      <p:ext uri="{BB962C8B-B14F-4D97-AF65-F5344CB8AC3E}">
        <p14:creationId xmlns:p14="http://schemas.microsoft.com/office/powerpoint/2010/main" val="7431704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0E8AC-2AAE-05BA-3300-3056915569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/>
              <a:t>نمونه یک </a:t>
            </a:r>
            <a:r>
              <a:rPr lang="fa-IR" dirty="0" err="1"/>
              <a:t>لپتاپ</a:t>
            </a:r>
            <a:r>
              <a:rPr lang="en-US" dirty="0"/>
              <a:t> </a:t>
            </a:r>
            <a:r>
              <a:rPr lang="fa-IR" dirty="0" err="1"/>
              <a:t>مک</a:t>
            </a:r>
            <a:r>
              <a:rPr lang="fa-IR" dirty="0"/>
              <a:t> پرو ۱۳</a:t>
            </a:r>
            <a:endParaRPr lang="en-AE" dirty="0"/>
          </a:p>
        </p:txBody>
      </p:sp>
      <p:pic>
        <p:nvPicPr>
          <p:cNvPr id="1026" name="Picture 2" descr="Visually searched image">
            <a:extLst>
              <a:ext uri="{FF2B5EF4-FFF2-40B4-BE49-F238E27FC236}">
                <a16:creationId xmlns:a16="http://schemas.microsoft.com/office/drawing/2014/main" id="{AE00D937-817C-46BC-447F-CA8114047DC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3021" y="1676400"/>
            <a:ext cx="7550945" cy="5033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9788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07C06-B5A1-1A29-F3F0-17E6B00D3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dirty="0"/>
              <a:t>نمونه یک </a:t>
            </a:r>
            <a:r>
              <a:rPr lang="fa-IR" dirty="0" err="1"/>
              <a:t>لپتاپ</a:t>
            </a:r>
            <a:r>
              <a:rPr lang="fa-IR" dirty="0"/>
              <a:t> لینوکس</a:t>
            </a:r>
            <a:endParaRPr lang="en-AE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80D56D0-41AE-3734-71DC-BB8DD08F41D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6467" y="1619040"/>
            <a:ext cx="4666207" cy="4666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787242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4D318-99D5-6BEB-09E0-5709ADB1D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</a:pPr>
            <a:r>
              <a:rPr lang="fa-IR" dirty="0"/>
              <a:t>درس ۱</a:t>
            </a:r>
            <a:endParaRPr lang="en-AE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A6355C2-E7D2-3EBC-9626-58CAE52494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3221452"/>
              </p:ext>
            </p:extLst>
          </p:nvPr>
        </p:nvGraphicFramePr>
        <p:xfrm>
          <a:off x="838200" y="1825625"/>
          <a:ext cx="105156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63138386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51866090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9301241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534610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HTML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E" dirty="0"/>
                        <a:t>CSS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E" dirty="0"/>
                        <a:t>JS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E" dirty="0"/>
                        <a:t>Python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22343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۲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۲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۲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باید نصب کنید .۲</a:t>
                      </a:r>
                      <a:endParaRPr lang="en-A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71517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کد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 err="1"/>
                        <a:t>استایل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کار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حساب</a:t>
                      </a:r>
                      <a:endParaRPr lang="en-A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23217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ساده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ساده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پیشرفته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وسط</a:t>
                      </a:r>
                      <a:endParaRPr lang="en-A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4747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پر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پر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پر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پر</a:t>
                      </a:r>
                      <a:endParaRPr lang="en-A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739630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962F4559-2FB9-56C8-EC30-83E2256D1F35}"/>
              </a:ext>
            </a:extLst>
          </p:cNvPr>
          <p:cNvSpPr txBox="1"/>
          <p:nvPr/>
        </p:nvSpPr>
        <p:spPr>
          <a:xfrm>
            <a:off x="1740323" y="4367463"/>
            <a:ext cx="4985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914400" rtl="1" eaLnBrk="1" latinLnBrk="0" hangingPunct="1"/>
            <a:r>
              <a:rPr lang="fa-IR" dirty="0"/>
              <a:t>۲۲ </a:t>
            </a:r>
            <a:r>
              <a:rPr lang="fa-IR" dirty="0" err="1"/>
              <a:t>لپتاپ</a:t>
            </a:r>
            <a:r>
              <a:rPr lang="fa-IR" dirty="0"/>
              <a:t> نشانه ۲ </a:t>
            </a:r>
            <a:r>
              <a:rPr lang="fa-IR" dirty="0" err="1"/>
              <a:t>لپتاپ</a:t>
            </a:r>
            <a:r>
              <a:rPr lang="fa-IR" dirty="0"/>
              <a:t> </a:t>
            </a:r>
            <a:r>
              <a:rPr lang="fa-IR" dirty="0" err="1"/>
              <a:t>لینکوس</a:t>
            </a:r>
            <a:r>
              <a:rPr lang="fa-IR" dirty="0"/>
              <a:t> نشان لینوکس و </a:t>
            </a:r>
            <a:r>
              <a:rPr lang="fa-IR" dirty="0" err="1"/>
              <a:t>لپتاپ</a:t>
            </a:r>
            <a:r>
              <a:rPr lang="fa-IR" dirty="0"/>
              <a:t> </a:t>
            </a:r>
            <a:r>
              <a:rPr lang="fa-IR" dirty="0" err="1"/>
              <a:t>مک</a:t>
            </a:r>
            <a:r>
              <a:rPr lang="fa-IR" dirty="0"/>
              <a:t> نشانه </a:t>
            </a:r>
            <a:r>
              <a:rPr lang="fa-IR" dirty="0" err="1"/>
              <a:t>مک</a:t>
            </a:r>
            <a:endParaRPr lang="en-A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AFF0F8-9220-E7F1-588C-CF1B59F52DE0}"/>
              </a:ext>
            </a:extLst>
          </p:cNvPr>
          <p:cNvSpPr txBox="1"/>
          <p:nvPr/>
        </p:nvSpPr>
        <p:spPr>
          <a:xfrm>
            <a:off x="6877807" y="3982453"/>
            <a:ext cx="47567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914400" rtl="1" eaLnBrk="1" latinLnBrk="0" hangingPunct="1"/>
            <a:r>
              <a:rPr lang="fa-IR" dirty="0"/>
              <a:t>هر برنامه </a:t>
            </a:r>
            <a:r>
              <a:rPr lang="fa-IR" dirty="0" err="1"/>
              <a:t>نویس</a:t>
            </a:r>
            <a:r>
              <a:rPr lang="fa-IR" dirty="0"/>
              <a:t> باید وسایل لازم را داشته باشد</a:t>
            </a:r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5683259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DB902-6355-2A7D-35F6-0063BC650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dirty="0"/>
              <a:t>درس ۲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BB9F72-7FF7-E7F9-A5B1-433C87ECFE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a-IR" dirty="0"/>
              <a:t>۱ – وسایل لازم: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a-IR" dirty="0"/>
              <a:t>کامپیوتر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a-IR" dirty="0"/>
              <a:t>داشتن نفر آشنا با اصول برنامه </a:t>
            </a:r>
            <a:r>
              <a:rPr lang="fa-IR" dirty="0" err="1"/>
              <a:t>نویسی</a:t>
            </a:r>
            <a:endParaRPr lang="fa-IR" dirty="0"/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22543116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F4580-7BD5-CB4A-BE9D-3C743E091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dirty="0"/>
              <a:t>درس ۳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EA86B7-2B1B-AB20-24B8-E011455DE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a-IR" dirty="0"/>
              <a:t>کار </a:t>
            </a:r>
            <a:r>
              <a:rPr lang="fa-IR" dirty="0" err="1"/>
              <a:t>هایی</a:t>
            </a:r>
            <a:r>
              <a:rPr lang="fa-IR" dirty="0"/>
              <a:t> که باید برای برنامه ساده بکنی((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a-IR" dirty="0"/>
              <a:t>۱ – یک فایل به نام </a:t>
            </a:r>
            <a:r>
              <a:rPr lang="en-US" dirty="0" err="1"/>
              <a:t>index.html</a:t>
            </a:r>
            <a:r>
              <a:rPr lang="en-US" dirty="0"/>
              <a:t> </a:t>
            </a:r>
            <a:r>
              <a:rPr lang="fa-IR" dirty="0"/>
              <a:t>  بساز 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a-IR" dirty="0"/>
              <a:t>۲ – داخل فایل بنویس </a:t>
            </a:r>
            <a:r>
              <a:rPr lang="fa-IR" dirty="0">
                <a:sym typeface="Wingdings" pitchFamily="2" charset="2"/>
              </a:rPr>
              <a:t>:((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&lt;html&gt;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&lt;head&gt;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&lt;title&gt;</a:t>
            </a:r>
            <a:r>
              <a:rPr lang="fa-IR" dirty="0">
                <a:sym typeface="Wingdings" pitchFamily="2" charset="2"/>
              </a:rPr>
              <a:t>اولین سایت من</a:t>
            </a:r>
            <a:r>
              <a:rPr lang="en-US" dirty="0">
                <a:sym typeface="Wingdings" pitchFamily="2" charset="2"/>
              </a:rPr>
              <a:t>&lt;/title&gt;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&lt;/head&gt;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&lt;body&gt;</a:t>
            </a:r>
            <a:endParaRPr lang="fa-IR" dirty="0">
              <a:sym typeface="Wingdings" pitchFamily="2" charset="2"/>
            </a:endParaRP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&lt;h1&gt;</a:t>
            </a:r>
            <a:r>
              <a:rPr lang="fa-IR" dirty="0">
                <a:sym typeface="Wingdings" pitchFamily="2" charset="2"/>
              </a:rPr>
              <a:t>به سایت من خوش آمدید.</a:t>
            </a:r>
            <a:r>
              <a:rPr lang="en-US" dirty="0">
                <a:sym typeface="Wingdings" pitchFamily="2" charset="2"/>
              </a:rPr>
              <a:t>&lt;/h1&gt;</a:t>
            </a:r>
          </a:p>
          <a:p>
            <a:pPr algn="r" rtl="1"/>
            <a:r>
              <a:rPr lang="en-US" dirty="0">
                <a:sym typeface="Wingdings" pitchFamily="2" charset="2"/>
              </a:rPr>
              <a:t>&lt;a </a:t>
            </a:r>
            <a:r>
              <a:rPr lang="en-US" dirty="0" err="1">
                <a:sym typeface="Wingdings" pitchFamily="2" charset="2"/>
              </a:rPr>
              <a:t>href</a:t>
            </a:r>
            <a:r>
              <a:rPr lang="en-US" dirty="0">
                <a:sym typeface="Wingdings" pitchFamily="2" charset="2"/>
              </a:rPr>
              <a:t>=”https:/</a:t>
            </a:r>
            <a:r>
              <a:rPr lang="en-US" dirty="0" err="1">
                <a:sym typeface="Wingdings" pitchFamily="2" charset="2"/>
              </a:rPr>
              <a:t>aparat.com</a:t>
            </a:r>
            <a:r>
              <a:rPr lang="en-US" dirty="0">
                <a:sym typeface="Wingdings" pitchFamily="2" charset="2"/>
              </a:rPr>
              <a:t>”&gt;</a:t>
            </a:r>
            <a:r>
              <a:rPr lang="fa-IR" dirty="0">
                <a:sym typeface="Wingdings" pitchFamily="2" charset="2"/>
              </a:rPr>
              <a:t>برو به سایت </a:t>
            </a:r>
            <a:r>
              <a:rPr lang="fa-IR" dirty="0" err="1">
                <a:sym typeface="Wingdings" pitchFamily="2" charset="2"/>
              </a:rPr>
              <a:t>آپارات</a:t>
            </a:r>
            <a:r>
              <a:rPr lang="en-US" dirty="0">
                <a:sym typeface="Wingdings" pitchFamily="2" charset="2"/>
              </a:rPr>
              <a:t>&lt;/a&gt;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&lt;/body&gt;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&lt;/html&gt;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((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a-IR" dirty="0"/>
              <a:t>۳ – یک فایل جدید می سازی به نام </a:t>
            </a:r>
            <a:r>
              <a:rPr lang="en-US" dirty="0" err="1"/>
              <a:t>style.css</a:t>
            </a:r>
            <a:r>
              <a:rPr lang="en-US" dirty="0"/>
              <a:t> </a:t>
            </a:r>
            <a:endParaRPr lang="fa-IR" dirty="0"/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a-IR" dirty="0"/>
              <a:t>۴ – در فایل بنویس : ((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/>
              <a:t>h</a:t>
            </a:r>
            <a:r>
              <a:rPr lang="en-AE" dirty="0"/>
              <a:t>1 {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/>
              <a:t>c</a:t>
            </a:r>
            <a:r>
              <a:rPr lang="en-AE" dirty="0"/>
              <a:t>olor:green;</a:t>
            </a:r>
          </a:p>
          <a:p>
            <a:pPr marL="0" indent="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None/>
            </a:pPr>
            <a:r>
              <a:rPr lang="en-AE" dirty="0"/>
              <a:t>}</a:t>
            </a:r>
          </a:p>
          <a:p>
            <a:pPr marL="0" indent="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dirty="0"/>
              <a:t>a {</a:t>
            </a:r>
          </a:p>
          <a:p>
            <a:pPr marL="0" indent="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dirty="0" err="1"/>
              <a:t>color:blue</a:t>
            </a:r>
            <a:r>
              <a:rPr lang="en-US" dirty="0"/>
              <a:t>;</a:t>
            </a:r>
          </a:p>
          <a:p>
            <a:pPr marL="0" indent="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dirty="0"/>
              <a:t>}</a:t>
            </a:r>
          </a:p>
          <a:p>
            <a:pPr marL="0" indent="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dirty="0"/>
              <a:t>(( </a:t>
            </a:r>
          </a:p>
          <a:p>
            <a:pPr marL="0" indent="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None/>
            </a:pPr>
            <a:r>
              <a:rPr lang="fa-IR" dirty="0"/>
              <a:t>۵ – روی فایل </a:t>
            </a:r>
            <a:r>
              <a:rPr lang="en-US" dirty="0" err="1"/>
              <a:t>index.html</a:t>
            </a:r>
            <a:r>
              <a:rPr lang="en-US" dirty="0"/>
              <a:t> </a:t>
            </a:r>
            <a:r>
              <a:rPr lang="fa-IR" dirty="0"/>
              <a:t>   </a:t>
            </a:r>
            <a:r>
              <a:rPr lang="fa-IR" dirty="0" err="1"/>
              <a:t>دابل</a:t>
            </a:r>
            <a:r>
              <a:rPr lang="fa-IR" dirty="0"/>
              <a:t> کلیک کن ( بعد سایت باز می شود ) </a:t>
            </a:r>
          </a:p>
          <a:p>
            <a:pPr marL="0" indent="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None/>
            </a:pPr>
            <a:r>
              <a:rPr lang="fa-IR" dirty="0"/>
              <a:t>))</a:t>
            </a:r>
            <a:endParaRPr lang="en-US" dirty="0"/>
          </a:p>
          <a:p>
            <a:pPr marL="0" indent="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None/>
            </a:pPr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1827725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FA70E4-E93C-CCDD-C257-D7A9C6D92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</a:pPr>
            <a:r>
              <a:rPr lang="fa-IR" dirty="0"/>
              <a:t>درس ۴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E0066D-D742-524F-FE5A-E9432B6F7F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algn="r" rtl="1"/>
            <a:r>
              <a:rPr lang="fa-IR" dirty="0"/>
              <a:t>ما  در  درس ۳ بهتون یاد دادیم که چطور می </a:t>
            </a:r>
            <a:r>
              <a:rPr lang="fa-IR" dirty="0" err="1"/>
              <a:t>تونید</a:t>
            </a:r>
            <a:r>
              <a:rPr lang="fa-IR" dirty="0"/>
              <a:t> یک سایت ساده و کوچک که در آن نوشته به سایت من خوش آمدید و به سایت </a:t>
            </a:r>
            <a:r>
              <a:rPr lang="fa-IR" dirty="0" err="1"/>
              <a:t>آپارات</a:t>
            </a:r>
            <a:r>
              <a:rPr lang="fa-IR" dirty="0"/>
              <a:t>  لینک </a:t>
            </a:r>
            <a:r>
              <a:rPr lang="fa-IR" dirty="0" err="1"/>
              <a:t>گزاشتیم</a:t>
            </a:r>
            <a:r>
              <a:rPr lang="fa-IR" dirty="0"/>
              <a:t>.</a:t>
            </a:r>
          </a:p>
          <a:p>
            <a:pPr algn="r" rtl="1"/>
            <a:r>
              <a:rPr lang="fa-IR" dirty="0"/>
              <a:t>حالا ما می خواهیم برویم و درس چهارم را یاد بگیریم.</a:t>
            </a:r>
          </a:p>
          <a:p>
            <a:pPr algn="r" rtl="1"/>
            <a:r>
              <a:rPr lang="fa-IR" dirty="0"/>
              <a:t>درس ۴ :</a:t>
            </a:r>
          </a:p>
          <a:p>
            <a:pPr algn="r" rtl="1"/>
            <a:r>
              <a:rPr lang="fa-IR" dirty="0"/>
              <a:t>بعد از این که روی </a:t>
            </a:r>
            <a:r>
              <a:rPr lang="fa-IR" dirty="0" err="1"/>
              <a:t>فایلی</a:t>
            </a:r>
            <a:r>
              <a:rPr lang="fa-IR" dirty="0"/>
              <a:t> که در درس ۳ درست کردیم </a:t>
            </a:r>
            <a:r>
              <a:rPr lang="fa-IR" dirty="0" err="1"/>
              <a:t>دابل</a:t>
            </a:r>
            <a:r>
              <a:rPr lang="fa-IR" dirty="0"/>
              <a:t> کلیک کردید و سایت باز شد، نوشته  را بخوان و دکمه کنارش رو بزن بعد وارد سایت </a:t>
            </a:r>
            <a:r>
              <a:rPr lang="fa-IR" dirty="0" err="1"/>
              <a:t>آپارات</a:t>
            </a:r>
            <a:r>
              <a:rPr lang="fa-IR" dirty="0"/>
              <a:t> می شوی.</a:t>
            </a:r>
          </a:p>
          <a:p>
            <a:pPr algn="r" rtl="1"/>
            <a:r>
              <a:rPr lang="fa-IR" dirty="0"/>
              <a:t>اگر شما می خواهید یک درسی که این جا </a:t>
            </a:r>
            <a:r>
              <a:rPr lang="fa-IR" dirty="0" err="1"/>
              <a:t>نمی</a:t>
            </a:r>
            <a:r>
              <a:rPr lang="fa-IR" dirty="0"/>
              <a:t> دهم را به شما یاد دهم؟ اگه می خواهید این کار را بکنم به ایمیل </a:t>
            </a:r>
            <a:r>
              <a:rPr lang="en-US" dirty="0">
                <a:hlinkClick r:id="rId2"/>
              </a:rPr>
              <a:t>mahsa.mehregan242@gmail.com</a:t>
            </a:r>
            <a:r>
              <a:rPr lang="en-US" dirty="0"/>
              <a:t> </a:t>
            </a:r>
            <a:r>
              <a:rPr lang="fa-IR" dirty="0"/>
              <a:t> بنویسید</a:t>
            </a:r>
            <a:r>
              <a:rPr lang="fa-IR" dirty="0">
                <a:sym typeface="Wingdings" pitchFamily="2" charset="2"/>
              </a:rPr>
              <a:t>:((</a:t>
            </a:r>
            <a:r>
              <a:rPr lang="fa-IR" dirty="0"/>
              <a:t> من </a:t>
            </a:r>
            <a:r>
              <a:rPr lang="fa-IR" dirty="0" err="1"/>
              <a:t>پاور</a:t>
            </a:r>
            <a:r>
              <a:rPr lang="fa-IR" dirty="0"/>
              <a:t> پوینت درس برنامه </a:t>
            </a:r>
            <a:r>
              <a:rPr lang="fa-IR" dirty="0" err="1"/>
              <a:t>نویسی</a:t>
            </a:r>
            <a:r>
              <a:rPr lang="fa-IR" dirty="0"/>
              <a:t> شما را خوانده ام و می خواهم درس که شما در </a:t>
            </a:r>
            <a:r>
              <a:rPr lang="fa-IR" dirty="0" err="1"/>
              <a:t>پاور</a:t>
            </a:r>
            <a:r>
              <a:rPr lang="fa-IR" dirty="0"/>
              <a:t> پوینت توضیح </a:t>
            </a:r>
            <a:r>
              <a:rPr lang="fa-IR" dirty="0" err="1"/>
              <a:t>نمی</a:t>
            </a:r>
            <a:r>
              <a:rPr lang="fa-IR" dirty="0"/>
              <a:t> دهید بعد از درس ۴ را می خواهم یاد بگیرم)) بعد من در آن روز یا </a:t>
            </a:r>
            <a:r>
              <a:rPr lang="fa-IR" dirty="0" err="1"/>
              <a:t>فردایش</a:t>
            </a:r>
            <a:r>
              <a:rPr lang="fa-IR" dirty="0"/>
              <a:t> بهتون جواب می دهم شما در </a:t>
            </a:r>
            <a:r>
              <a:rPr lang="fa-IR" dirty="0" err="1"/>
              <a:t>ایمیلی</a:t>
            </a:r>
            <a:r>
              <a:rPr lang="fa-IR" dirty="0"/>
              <a:t> که ارسال می کنید ، </a:t>
            </a:r>
            <a:r>
              <a:rPr lang="fa-IR" dirty="0" err="1"/>
              <a:t>پایینش</a:t>
            </a:r>
            <a:r>
              <a:rPr lang="fa-IR" dirty="0"/>
              <a:t> شماره تماس و </a:t>
            </a:r>
            <a:r>
              <a:rPr lang="fa-IR" dirty="0" err="1"/>
              <a:t>ایمیلتون</a:t>
            </a:r>
            <a:r>
              <a:rPr lang="fa-IR" dirty="0"/>
              <a:t> رو بنویسید بعد من بهتون </a:t>
            </a:r>
            <a:r>
              <a:rPr lang="fa-IR" dirty="0" err="1"/>
              <a:t>ززنگ</a:t>
            </a:r>
            <a:r>
              <a:rPr lang="fa-IR" dirty="0"/>
              <a:t> می زنم و جواب رو می گویم اگر اشغال بودید بهتون در </a:t>
            </a:r>
            <a:r>
              <a:rPr lang="fa-IR" dirty="0" err="1"/>
              <a:t>پیامک</a:t>
            </a:r>
            <a:r>
              <a:rPr lang="fa-IR" dirty="0"/>
              <a:t> و ایمیل جواب رو می فرستم . با سپاس سید یارا ناظم زاده</a:t>
            </a:r>
          </a:p>
        </p:txBody>
      </p:sp>
    </p:spTree>
    <p:extLst>
      <p:ext uri="{BB962C8B-B14F-4D97-AF65-F5344CB8AC3E}">
        <p14:creationId xmlns:p14="http://schemas.microsoft.com/office/powerpoint/2010/main" val="38252547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224</TotalTime>
  <Words>492</Words>
  <Application>Microsoft Macintosh PowerPoint</Application>
  <PresentationFormat>Widescreen</PresentationFormat>
  <Paragraphs>72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Wingdings</vt:lpstr>
      <vt:lpstr>Office Theme</vt:lpstr>
      <vt:lpstr>کلاس آموزش برنامه نویسی</vt:lpstr>
      <vt:lpstr>چه گونه می توان سایت ساخت</vt:lpstr>
      <vt:lpstr>نمونه یک لپتاپ مک پرو ۱۳</vt:lpstr>
      <vt:lpstr>نمونه یک لپتاپ لینوکس</vt:lpstr>
      <vt:lpstr>درس ۱</vt:lpstr>
      <vt:lpstr>درس ۲</vt:lpstr>
      <vt:lpstr>درس ۳</vt:lpstr>
      <vt:lpstr>درس ۴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yara</dc:creator>
  <cp:lastModifiedBy>yara</cp:lastModifiedBy>
  <cp:revision>11</cp:revision>
  <dcterms:created xsi:type="dcterms:W3CDTF">2026-04-27T09:43:02Z</dcterms:created>
  <dcterms:modified xsi:type="dcterms:W3CDTF">2026-04-28T11:51:56Z</dcterms:modified>
</cp:coreProperties>
</file>